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COMICCRAFT</a:t>
            </a:r>
          </a:p>
          <a:p>
            <a:pPr algn="ctr">
              <a:defRPr sz="2300">
                <a:solidFill>
                  <a:srgbClr val="CBD5E1"/>
                </a:solidFill>
              </a:defRPr>
            </a:pPr>
            <a:r>
              <a:t>AI Comic Story Creator Using Gemini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54680"/>
            <a:ext cx="9418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E2E8F0"/>
                </a:solidFill>
                <a:latin typeface="Aptos"/>
              </a:defRPr>
            </a:pPr>
            <a:r>
              <a:t>Government Arts and Science College, Thondamuthur</a:t>
            </a:r>
          </a:p>
          <a:p>
            <a:pPr algn="ctr">
              <a:defRPr sz="1700">
                <a:solidFill>
                  <a:srgbClr val="E2E8F0"/>
                </a:solidFill>
                <a:latin typeface="Aptos"/>
              </a:defRPr>
            </a:pPr>
            <a:r>
              <a:t>Department of Computer Science</a:t>
            </a:r>
          </a:p>
          <a:p>
            <a:pPr algn="ctr">
              <a:defRPr sz="800">
                <a:solidFill>
                  <a:srgbClr val="E2E8F0"/>
                </a:solidFill>
                <a:latin typeface="Aptos"/>
              </a:defRPr>
            </a:pPr>
          </a:p>
          <a:p>
            <a:pPr algn="ctr">
              <a:defRPr sz="1700">
                <a:solidFill>
                  <a:srgbClr val="E2E8F0"/>
                </a:solidFill>
                <a:latin typeface="Aptos"/>
              </a:defRPr>
            </a:pPr>
            <a:r>
              <a:t>Kritesh R P  •  Ranjith E  •  Muthu C</a:t>
            </a:r>
          </a:p>
          <a:p>
            <a:pPr algn="ctr">
              <a:defRPr sz="1700">
                <a:solidFill>
                  <a:srgbClr val="E2E8F0"/>
                </a:solidFill>
                <a:latin typeface="Aptos"/>
              </a:defRPr>
            </a:pPr>
            <a:r>
              <a:t>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AI-powered web application for creating structured comic stories.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Transforms a simple user idea into a complete storyline using Gemini AI.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Generates title, genre, characters, setting, chapters, dialogue, actions, and ending.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Stories can be saved and downloaded as text or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Manual comic creation requires planning, character development, scenes, dialogue, and story organization.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The process can be time-consuming for beginners and students.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Users need a simple system that can turn a basic idea into a connected, structured storyline.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ComicCraft addresses this need through Gemini-powered story generation.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Generate comic stories from simple user ideas using Gemini AI.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Automatically create characters, setting, chapters, dialogue, and ending.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Provide a simple and user-friendly interface.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Maintain connected story structure and character consistency.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Save stories and download them as TXT or PDF.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Demonstrate practical generative-AI integration in a web application.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4.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Comic stories are commonly created manually by writers or creators.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Characters, scenes, dialogues, and story structure must be planned separately.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Manual organization can be difficult and time-consuming.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Some digital tools provide basic generation but still require manual organization.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5.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ComicCraft is a web-based AI-assisted comic story creator.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User enters a basic comic idea.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FastAPI sends the idea to Gemini through the Gemini API.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Gemini returns a structured storyline.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Users can view, save, copy, and download the generated story.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6. System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Hardware: Intel Core i3 or above, minimum 4 GB RAM, standard display.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Software: Windows / Linux / macOS.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Python with FastAPI and required libraries.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Modern web browser such as Chrome or Edge.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Internet connection required for Gemini API communication.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7.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4155"/>
                </a:solidFill>
                <a:latin typeface="Aptos"/>
              </a:defRPr>
            </a:pPr>
            <a:r>
              <a:t>Python — backend programming and application logic.</a:t>
            </a:r>
          </a:p>
          <a:p>
            <a:pPr>
              <a:spcAft>
                <a:spcPts val="1200"/>
              </a:spcAft>
              <a:defRPr sz="1800">
                <a:solidFill>
                  <a:srgbClr val="334155"/>
                </a:solidFill>
                <a:latin typeface="Aptos"/>
              </a:defRPr>
            </a:pPr>
            <a:r>
              <a:t>FastAPI — web backend and API endpoints.</a:t>
            </a:r>
          </a:p>
          <a:p>
            <a:pPr>
              <a:spcAft>
                <a:spcPts val="1200"/>
              </a:spcAft>
              <a:defRPr sz="1800">
                <a:solidFill>
                  <a:srgbClr val="334155"/>
                </a:solidFill>
                <a:latin typeface="Aptos"/>
              </a:defRPr>
            </a:pPr>
            <a:r>
              <a:t>HTML / CSS / JavaScript — frontend interface and interaction.</a:t>
            </a:r>
          </a:p>
          <a:p>
            <a:pPr>
              <a:spcAft>
                <a:spcPts val="1200"/>
              </a:spcAft>
              <a:defRPr sz="1800">
                <a:solidFill>
                  <a:srgbClr val="334155"/>
                </a:solidFill>
                <a:latin typeface="Aptos"/>
              </a:defRPr>
            </a:pPr>
            <a:r>
              <a:t>Google Gemini API — AI story generation.</a:t>
            </a:r>
          </a:p>
          <a:p>
            <a:pPr>
              <a:spcAft>
                <a:spcPts val="1200"/>
              </a:spcAft>
              <a:defRPr sz="1800">
                <a:solidFill>
                  <a:srgbClr val="334155"/>
                </a:solidFill>
                <a:latin typeface="Aptos"/>
              </a:defRPr>
            </a:pPr>
            <a:r>
              <a:t>Jinja2 — HTML template rendering.</a:t>
            </a:r>
          </a:p>
          <a:p>
            <a:pPr>
              <a:spcAft>
                <a:spcPts val="1200"/>
              </a:spcAft>
              <a:defRPr sz="1800">
                <a:solidFill>
                  <a:srgbClr val="334155"/>
                </a:solidFill>
                <a:latin typeface="Aptos"/>
              </a:defRPr>
            </a:pPr>
            <a:r>
              <a:t>Uvicorn — FastAPI server.</a:t>
            </a:r>
          </a:p>
          <a:p>
            <a:pPr>
              <a:spcAft>
                <a:spcPts val="1200"/>
              </a:spcAft>
              <a:defRPr sz="1800">
                <a:solidFill>
                  <a:srgbClr val="334155"/>
                </a:solidFill>
                <a:latin typeface="Aptos"/>
              </a:defRPr>
            </a:pPr>
            <a:r>
              <a:t>ReportLab — PDF generation.</a:t>
            </a:r>
          </a:p>
          <a:p>
            <a:pPr>
              <a:spcAft>
                <a:spcPts val="1200"/>
              </a:spcAft>
              <a:defRPr sz="1800">
                <a:solidFill>
                  <a:srgbClr val="334155"/>
                </a:solidFill>
                <a:latin typeface="Aptos"/>
              </a:defRPr>
            </a:pPr>
            <a:r>
              <a:t>JSON — structured data exchange.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8.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914400"/>
            <a:ext cx="4846320" cy="566928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USER</a:t>
            </a:r>
          </a:p>
        </p:txBody>
      </p:sp>
      <p:sp>
        <p:nvSpPr>
          <p:cNvPr id="4" name="Down Arrow 3"/>
          <p:cNvSpPr/>
          <p:nvPr/>
        </p:nvSpPr>
        <p:spPr>
          <a:xfrm>
            <a:off x="5760720" y="1499616"/>
            <a:ext cx="640080" cy="27432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4846320" cy="566928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COMICCRAFT FRONTEND</a:t>
            </a:r>
            <a:br/>
            <a:r>
              <a:t>HTML / CSS / JavaScript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60720" y="2414016"/>
            <a:ext cx="640080" cy="27432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2743200"/>
            <a:ext cx="4846320" cy="566928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FASTAPI BACKEND</a:t>
            </a:r>
            <a:br/>
            <a:r>
              <a:t>Python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60720" y="3328416"/>
            <a:ext cx="640080" cy="27432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3657600"/>
            <a:ext cx="4846320" cy="566928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GEMINI API</a:t>
            </a:r>
            <a:br/>
            <a:r>
              <a:t>Gemini AI Model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60720" y="4242816"/>
            <a:ext cx="640080" cy="27432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4572000"/>
            <a:ext cx="4846320" cy="566928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GENERATED COMIC STORY</a:t>
            </a:r>
            <a:br/>
            <a:r>
              <a:t>JSON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60720" y="5157216"/>
            <a:ext cx="640080" cy="27432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5486400"/>
            <a:ext cx="4846320" cy="566928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DISPLAY / SAVE / DOWNLOAD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9. System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User Input Module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AI Story Generation Module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Character and Setting Module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Chapter Generation Module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Story Display Module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Comic History Module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Download and PDF Generation Modules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User Interface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10. System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1874519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39" y="1508760"/>
            <a:ext cx="1874519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Open ComicCraft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59" y="1508760"/>
            <a:ext cx="1874519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Enter Comic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08760"/>
            <a:ext cx="1874519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Validate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1508760"/>
            <a:ext cx="1874519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FastAPI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1874519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Gemini Story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3657600"/>
            <a:ext cx="1874519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JSON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3657600"/>
            <a:ext cx="1874519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Display 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657600"/>
            <a:ext cx="1874519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Save / Download / New Comic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3657600"/>
            <a:ext cx="1874519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11.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Frontend collects the user's comic idea and sends it to the backend.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FastAPI validates the request and prepares a structured Gemini prompt.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Gemini returns the story in JSON format.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Frontend renders the returned comic data into the result sections.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Browser local storage is used for saved comic history.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ReportLab creates a formatted PDF from the comic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12.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✨ Gemini-powered story generation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👥 Character and setting generation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📖 Three connected chapters with dialogue and actions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💾 My Comics history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📋 Copy Story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📥 TXT download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📄 PDF download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🔄 New Comic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13. Testing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3840480"/>
                <a:gridCol w="1645920"/>
              </a:tblGrid>
              <a:tr h="497840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Test Case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45720" marR="4572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Open app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Launch application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Home page loads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45720" marR="4572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Empty input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Submit without idea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Validation message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45720" marR="4572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Generate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Submit comic idea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Story displayed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API dependent</a:t>
                      </a:r>
                    </a:p>
                  </a:txBody>
                  <a:tcPr marL="45720" marR="4572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Save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Save generated story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Appears in History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45720" marR="4572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Open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Open saved comic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Comic displayed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45720" marR="4572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Delete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Delete saved comic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Comic removed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45720" marR="4572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TXT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Download story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Text file downloads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45720" marR="45720"/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PDF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Download PDF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PDF downloads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14.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ComicCraft successfully provides an interface for AI-assisted comic story creation.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Generated stories are organized into readable sections.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Saved comics can be accessed through My Comics.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TXT and PDF downloads are available.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The application demonstrates practical integration of Gemini AI with a Python web backend.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15. Advantages &amp; 16.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120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Advantages</a:t>
            </a:r>
          </a:p>
          <a:p>
            <a:pPr>
              <a:spcAft>
                <a:spcPts val="900"/>
              </a:spcAft>
              <a:defRPr sz="1700"/>
            </a:pPr>
            <a:r>
              <a:t>Reduces manual story-writing effort</a:t>
            </a:r>
          </a:p>
          <a:p>
            <a:pPr>
              <a:spcAft>
                <a:spcPts val="900"/>
              </a:spcAft>
              <a:defRPr sz="1700"/>
            </a:pPr>
            <a:r>
              <a:t>Easy to use</a:t>
            </a:r>
          </a:p>
          <a:p>
            <a:pPr>
              <a:spcAft>
                <a:spcPts val="900"/>
              </a:spcAft>
              <a:defRPr sz="1700"/>
            </a:pPr>
            <a:r>
              <a:t>AI-assisted creativity</a:t>
            </a:r>
          </a:p>
          <a:p>
            <a:pPr>
              <a:spcAft>
                <a:spcPts val="900"/>
              </a:spcAft>
              <a:defRPr sz="1700"/>
            </a:pPr>
            <a:r>
              <a:t>Automatic story organization</a:t>
            </a:r>
          </a:p>
          <a:p>
            <a:pPr>
              <a:spcAft>
                <a:spcPts val="900"/>
              </a:spcAft>
              <a:defRPr sz="1700"/>
            </a:pPr>
            <a:r>
              <a:t>Save and download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25880"/>
            <a:ext cx="52120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Limitations</a:t>
            </a:r>
          </a:p>
          <a:p>
            <a:pPr>
              <a:spcAft>
                <a:spcPts val="900"/>
              </a:spcAft>
              <a:defRPr sz="1700"/>
            </a:pPr>
            <a:r>
              <a:t>Depends on Gemini API availability</a:t>
            </a:r>
          </a:p>
          <a:p>
            <a:pPr>
              <a:spcAft>
                <a:spcPts val="900"/>
              </a:spcAft>
              <a:defRPr sz="1700"/>
            </a:pPr>
            <a:r>
              <a:t>Internet required for AI generation</a:t>
            </a:r>
          </a:p>
          <a:p>
            <a:pPr>
              <a:spcAft>
                <a:spcPts val="900"/>
              </a:spcAft>
              <a:defRPr sz="1700"/>
            </a:pPr>
            <a:r>
              <a:t>Current version focuses on stories, not AI comic images</a:t>
            </a:r>
          </a:p>
          <a:p>
            <a:pPr>
              <a:spcAft>
                <a:spcPts val="900"/>
              </a:spcAft>
              <a:defRPr sz="1700"/>
            </a:pPr>
            <a:r>
              <a:t>History is stored locally in the browser</a:t>
            </a:r>
          </a:p>
          <a:p>
            <a:pPr>
              <a:spcAft>
                <a:spcPts val="900"/>
              </a:spcAft>
              <a:defRPr sz="1700"/>
            </a:pPr>
            <a:r>
              <a:t>AI output may need user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17.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Add AI-generated comic panel images when a suitable image service is available.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Add user accounts and cloud-based story storage.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Allow chapter-level editing and regeneration.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Support more languages and story formats.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Improve character consistency controls.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Deploy ComicCraft online for wider access.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Add sharing and collaborative comic creation.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18.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ComicCraft demonstrates how generative AI can support creative storytelling.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The system converts a simple idea into a structured comic storyline.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Gemini, FastAPI, JavaScript, and ReportLab work together to provide the complete workflow.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History and download features make the application practical for users.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The project provides a strong demonstration of AI integration in a web application.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ptos Display"/>
              </a:defRPr>
            </a:pPr>
            <a:r>
              <a:t>19.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Google Gemini API documentation and developer resources.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Python documentation.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FastAPI documentation.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Jinja2 documentation.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ReportLab documentation.</a:t>
            </a:r>
          </a:p>
          <a:p>
            <a:pPr>
              <a:spcAft>
                <a:spcPts val="12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HTML, CSS and JavaScript web development references.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CBD5E1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E2E8F0"/>
                </a:solidFill>
              </a:defRPr>
            </a:pPr>
            <a:r>
              <a:t>Kritesh R P  •  Ranjith E  •  Muthu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